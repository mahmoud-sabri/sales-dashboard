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08C8"/>
    <a:srgbClr val="9F08C8"/>
    <a:srgbClr val="D193D2"/>
    <a:srgbClr val="F5F7FA"/>
    <a:srgbClr val="F0F4F9"/>
    <a:srgbClr val="CDB6D8"/>
    <a:srgbClr val="EFDBF1"/>
    <a:srgbClr val="6B65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C13B6-64AC-833E-5BD0-3841DE378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95EE6-7962-FEA2-A596-0B0F9F026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00EFB-CCDD-FC32-F024-001AC0596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FE11-BB57-42A7-8809-03F8827F9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EC2B4-A76A-1F04-B02F-BBA60EBA3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990F0-42D3-EFAF-0734-F1F9E049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C6CB-A325-41DE-81D3-63B544127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1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5980C-1438-D071-68D8-B383ED01B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A6E9F-3534-D65F-6A74-A32B97F04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15A29-AAA5-B60B-A28D-F312E319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FE11-BB57-42A7-8809-03F8827F9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4F3D6-4681-ED1D-772F-74B3B1B5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DAAE1-DBEC-5E25-FB67-D14D28CB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C6CB-A325-41DE-81D3-63B544127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10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95F8-CD91-8BAA-BBEF-EFBEFFAA6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817A0-F536-F990-42FE-90D98BDE1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9877E-6A9F-A091-E11F-1CE07072B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FE11-BB57-42A7-8809-03F8827F9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DA4E6-9174-A26A-7600-95E19F027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4AA96-731B-DA30-C305-D6E2259A3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C6CB-A325-41DE-81D3-63B544127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64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E6E1-5538-5887-E481-6B3E672CB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1C8D9-3B5B-11C9-F951-DF10C692CF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294B2-B408-B709-7AC7-391401E01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816AB-6935-133C-4C5B-F998D9BA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FE11-BB57-42A7-8809-03F8827F9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9660E-8064-8EAC-0377-49980396C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7FECB-5B1D-4341-DCB1-A91888C5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C6CB-A325-41DE-81D3-63B544127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9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5744-C38C-6E2E-FB10-9FED5D3D6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94EA9-95FE-3E86-4447-8C4679AD3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91FFD-D965-EB4A-F364-3D08B7FC3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26E364-C25E-CCCD-1663-2EEECBAAB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62A12-2FF9-21CB-5B34-7E6DFE598B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2FACFA-EBB5-DEFA-E90C-9F332D557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FE11-BB57-42A7-8809-03F8827F9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F9716-4CDE-9BD2-7462-CBCB0A7DE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75379-3394-ECAA-6A10-9967E6FF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C6CB-A325-41DE-81D3-63B544127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53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E10D-3436-B30F-E170-E26FA51B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DF549-589B-D055-731E-81A8BFD32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FE11-BB57-42A7-8809-03F8827F9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BCE87-8976-E69C-0B40-8A3B8EB2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6C1A0-665C-D471-55EA-1E507554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C6CB-A325-41DE-81D3-63B544127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58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82F390-2CB2-00E0-3481-4581B4E4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FE11-BB57-42A7-8809-03F8827F9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3F8616-A704-F60A-DEBA-2E473C55C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7B268-1F8D-8F32-0C90-B7C4FE49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C6CB-A325-41DE-81D3-63B544127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9ACE-96E8-CE8C-2322-42B3D1D5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30279-F92A-37D4-4FA3-4BEFB1225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A36FC-DAA2-2435-BD13-BA311C561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FB841-1554-8285-E755-E71792E53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FE11-BB57-42A7-8809-03F8827F9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4E04A-1F68-517E-7BB9-814D485B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06E7E-989A-942F-6D06-680E363BD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C6CB-A325-41DE-81D3-63B544127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6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EBED1-248C-FA73-A86F-2F0985C9A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219DE4-F030-4FE3-4D27-9D1144B450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EFE2A-5355-E21C-48D6-B36D54A15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A0764-EDA5-B31B-FB0B-DA9EC112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FE11-BB57-42A7-8809-03F8827F9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31CD8-5480-C502-21A3-F1C475BC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4D3B6-024C-F820-3B9C-5F239EB5C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C6CB-A325-41DE-81D3-63B544127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49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7F36E-B0FD-3D35-BAF9-E58C51EEB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8779A-441A-71E7-D16E-DB5917E0C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89F1B-46FA-4FEE-BA8B-EAB0DCFC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FE11-BB57-42A7-8809-03F8827F9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77BCC-CBE9-CF57-21FB-5231D667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D4A0A-0180-143F-80F6-4AF7C573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C6CB-A325-41DE-81D3-63B544127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89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C771D-780C-687B-015B-3CB002983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C187E-A197-437B-7B29-8C4BBAA80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D3482-0EC6-7483-911B-6A7CF687D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2FE11-BB57-42A7-8809-03F8827F9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69482-17A3-A988-2825-E199F82D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8B7CA-8923-E708-82B3-6DA37AE2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1C6CB-A325-41DE-81D3-63B544127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8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8000">
              <a:schemeClr val="bg1">
                <a:lumMod val="95000"/>
              </a:schemeClr>
            </a:gs>
            <a:gs pos="86000">
              <a:schemeClr val="bg1">
                <a:lumMod val="95000"/>
              </a:schemeClr>
            </a:gs>
            <a:gs pos="50000">
              <a:schemeClr val="tx2">
                <a:lumMod val="10000"/>
                <a:lumOff val="9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778D0E-8F09-17F6-3761-A7FF0552F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C8D4F-279B-12BA-FC6F-71952A78D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E717D-A486-C5D6-7FC2-437D43E26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2FE11-BB57-42A7-8809-03F8827F9CD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E48BD-D228-7705-6AB9-510D4C3ED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3194F-3208-733B-62AA-F2A64ECE7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81C6CB-A325-41DE-81D3-63B544127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71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765CC14-A522-BA0E-CF9E-2463E3013346}"/>
              </a:ext>
            </a:extLst>
          </p:cNvPr>
          <p:cNvGrpSpPr/>
          <p:nvPr/>
        </p:nvGrpSpPr>
        <p:grpSpPr>
          <a:xfrm>
            <a:off x="1558212" y="2390775"/>
            <a:ext cx="4301412" cy="4305300"/>
            <a:chOff x="1558212" y="2390775"/>
            <a:chExt cx="4301412" cy="43053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A2AA35A-2295-076B-7298-7B4418560456}"/>
                </a:ext>
              </a:extLst>
            </p:cNvPr>
            <p:cNvSpPr/>
            <p:nvPr/>
          </p:nvSpPr>
          <p:spPr>
            <a:xfrm>
              <a:off x="1558212" y="2390775"/>
              <a:ext cx="4301412" cy="4200525"/>
            </a:xfrm>
            <a:prstGeom prst="roundRect">
              <a:avLst>
                <a:gd name="adj" fmla="val 2495"/>
              </a:avLst>
            </a:prstGeom>
            <a:solidFill>
              <a:schemeClr val="tx2">
                <a:lumMod val="75000"/>
                <a:lumOff val="25000"/>
                <a:alpha val="6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68AD0E2-4400-C27C-3FAA-8265DC5B38E7}"/>
                </a:ext>
              </a:extLst>
            </p:cNvPr>
            <p:cNvSpPr/>
            <p:nvPr/>
          </p:nvSpPr>
          <p:spPr>
            <a:xfrm>
              <a:off x="1558212" y="2495550"/>
              <a:ext cx="4301412" cy="4200525"/>
            </a:xfrm>
            <a:prstGeom prst="roundRect">
              <a:avLst>
                <a:gd name="adj" fmla="val 2495"/>
              </a:avLst>
            </a:prstGeom>
            <a:gradFill>
              <a:gsLst>
                <a:gs pos="18000">
                  <a:schemeClr val="bg1">
                    <a:lumMod val="95000"/>
                  </a:schemeClr>
                </a:gs>
                <a:gs pos="86000">
                  <a:schemeClr val="bg1">
                    <a:lumMod val="95000"/>
                  </a:schemeClr>
                </a:gs>
                <a:gs pos="50000">
                  <a:schemeClr val="tx2">
                    <a:lumMod val="10000"/>
                    <a:lumOff val="90000"/>
                  </a:schemeClr>
                </a:gs>
              </a:gsLst>
              <a:lin ang="2700000" scaled="1"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A42B59F-6A32-7214-B3D1-E2CA55702A3D}"/>
              </a:ext>
            </a:extLst>
          </p:cNvPr>
          <p:cNvGrpSpPr/>
          <p:nvPr/>
        </p:nvGrpSpPr>
        <p:grpSpPr>
          <a:xfrm>
            <a:off x="6210301" y="752475"/>
            <a:ext cx="5734050" cy="5943600"/>
            <a:chOff x="6210301" y="752475"/>
            <a:chExt cx="5734050" cy="594360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44F3E9D-FD91-DE6C-89CD-9B1BC950F3AE}"/>
                </a:ext>
              </a:extLst>
            </p:cNvPr>
            <p:cNvSpPr/>
            <p:nvPr/>
          </p:nvSpPr>
          <p:spPr>
            <a:xfrm>
              <a:off x="6210301" y="752475"/>
              <a:ext cx="5734050" cy="5838826"/>
            </a:xfrm>
            <a:prstGeom prst="roundRect">
              <a:avLst>
                <a:gd name="adj" fmla="val 2495"/>
              </a:avLst>
            </a:prstGeom>
            <a:solidFill>
              <a:schemeClr val="tx2">
                <a:lumMod val="75000"/>
                <a:lumOff val="25000"/>
                <a:alpha val="65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D215877-C3D9-FD45-AD1D-091FC5691990}"/>
                </a:ext>
              </a:extLst>
            </p:cNvPr>
            <p:cNvSpPr/>
            <p:nvPr/>
          </p:nvSpPr>
          <p:spPr>
            <a:xfrm>
              <a:off x="6210301" y="857249"/>
              <a:ext cx="5734050" cy="5838827"/>
            </a:xfrm>
            <a:prstGeom prst="roundRect">
              <a:avLst>
                <a:gd name="adj" fmla="val 2495"/>
              </a:avLst>
            </a:prstGeom>
            <a:gradFill>
              <a:gsLst>
                <a:gs pos="18000">
                  <a:schemeClr val="bg1">
                    <a:lumMod val="95000"/>
                  </a:schemeClr>
                </a:gs>
                <a:gs pos="86000">
                  <a:schemeClr val="bg1">
                    <a:lumMod val="95000"/>
                  </a:schemeClr>
                </a:gs>
                <a:gs pos="50000">
                  <a:schemeClr val="tx2">
                    <a:lumMod val="10000"/>
                    <a:lumOff val="90000"/>
                  </a:schemeClr>
                </a:gs>
              </a:gsLst>
              <a:lin ang="2700000" scaled="1"/>
            </a:gra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29FBA00-F383-B16E-86F3-99527387D47B}"/>
              </a:ext>
            </a:extLst>
          </p:cNvPr>
          <p:cNvGrpSpPr/>
          <p:nvPr/>
        </p:nvGrpSpPr>
        <p:grpSpPr>
          <a:xfrm>
            <a:off x="1558212" y="752473"/>
            <a:ext cx="4301412" cy="1438277"/>
            <a:chOff x="1558212" y="752473"/>
            <a:chExt cx="4301412" cy="143827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60326D0-0D97-CA90-EF94-7868211E4598}"/>
                </a:ext>
              </a:extLst>
            </p:cNvPr>
            <p:cNvSpPr/>
            <p:nvPr/>
          </p:nvSpPr>
          <p:spPr>
            <a:xfrm>
              <a:off x="1558212" y="752473"/>
              <a:ext cx="4301412" cy="1333502"/>
            </a:xfrm>
            <a:prstGeom prst="roundRect">
              <a:avLst>
                <a:gd name="adj" fmla="val 5352"/>
              </a:avLst>
            </a:prstGeom>
            <a:solidFill>
              <a:schemeClr val="tx2">
                <a:lumMod val="75000"/>
                <a:lumOff val="25000"/>
                <a:alpha val="6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4D15263-7A40-1006-E60E-5F489A2A327F}"/>
                </a:ext>
              </a:extLst>
            </p:cNvPr>
            <p:cNvSpPr/>
            <p:nvPr/>
          </p:nvSpPr>
          <p:spPr>
            <a:xfrm>
              <a:off x="1558212" y="857248"/>
              <a:ext cx="4301412" cy="1333502"/>
            </a:xfrm>
            <a:prstGeom prst="roundRect">
              <a:avLst>
                <a:gd name="adj" fmla="val 5352"/>
              </a:avLst>
            </a:prstGeom>
            <a:gradFill>
              <a:gsLst>
                <a:gs pos="18000">
                  <a:schemeClr val="bg1">
                    <a:lumMod val="95000"/>
                  </a:schemeClr>
                </a:gs>
                <a:gs pos="86000">
                  <a:schemeClr val="bg1">
                    <a:lumMod val="95000"/>
                  </a:schemeClr>
                </a:gs>
                <a:gs pos="50000">
                  <a:schemeClr val="tx2">
                    <a:lumMod val="10000"/>
                    <a:lumOff val="90000"/>
                  </a:schemeClr>
                </a:gs>
              </a:gsLst>
              <a:lin ang="2700000" scaled="1"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DFD2A93-6B1D-586D-5CD4-1EF99E3ED789}"/>
              </a:ext>
            </a:extLst>
          </p:cNvPr>
          <p:cNvGrpSpPr/>
          <p:nvPr/>
        </p:nvGrpSpPr>
        <p:grpSpPr>
          <a:xfrm>
            <a:off x="-1" y="76200"/>
            <a:ext cx="1207536" cy="6781800"/>
            <a:chOff x="-1" y="76200"/>
            <a:chExt cx="752476" cy="68580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7DE3733-808A-1AFB-4252-9F1D5FAC3BC7}"/>
                </a:ext>
              </a:extLst>
            </p:cNvPr>
            <p:cNvSpPr/>
            <p:nvPr/>
          </p:nvSpPr>
          <p:spPr>
            <a:xfrm>
              <a:off x="-1" y="76200"/>
              <a:ext cx="752476" cy="6858000"/>
            </a:xfrm>
            <a:prstGeom prst="roundRect">
              <a:avLst>
                <a:gd name="adj" fmla="val 6881"/>
              </a:avLst>
            </a:prstGeom>
            <a:solidFill>
              <a:schemeClr val="tx2">
                <a:lumMod val="75000"/>
                <a:lumOff val="25000"/>
                <a:alpha val="6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7C11989-C6F1-3033-B7A9-05188D087475}"/>
                </a:ext>
              </a:extLst>
            </p:cNvPr>
            <p:cNvSpPr/>
            <p:nvPr/>
          </p:nvSpPr>
          <p:spPr>
            <a:xfrm>
              <a:off x="0" y="161926"/>
              <a:ext cx="647700" cy="6772274"/>
            </a:xfrm>
            <a:prstGeom prst="roundRect">
              <a:avLst>
                <a:gd name="adj" fmla="val 6881"/>
              </a:avLst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BB6215-B613-6475-2A8E-E85D82C80107}"/>
              </a:ext>
            </a:extLst>
          </p:cNvPr>
          <p:cNvSpPr/>
          <p:nvPr/>
        </p:nvSpPr>
        <p:spPr>
          <a:xfrm>
            <a:off x="1558211" y="64314"/>
            <a:ext cx="7614363" cy="583383"/>
          </a:xfrm>
          <a:prstGeom prst="roundRect">
            <a:avLst>
              <a:gd name="adj" fmla="val 5352"/>
            </a:avLst>
          </a:prstGeom>
          <a:solidFill>
            <a:schemeClr val="tx2">
              <a:lumMod val="75000"/>
              <a:lumOff val="25000"/>
              <a:alpha val="6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OVERVIEW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868FA32-99B4-B856-33E5-76EC7BFD7FD8}"/>
              </a:ext>
            </a:extLst>
          </p:cNvPr>
          <p:cNvSpPr/>
          <p:nvPr/>
        </p:nvSpPr>
        <p:spPr>
          <a:xfrm>
            <a:off x="9839325" y="93827"/>
            <a:ext cx="2105026" cy="553871"/>
          </a:xfrm>
          <a:prstGeom prst="roundRect">
            <a:avLst>
              <a:gd name="adj" fmla="val 29117"/>
            </a:avLst>
          </a:prstGeom>
          <a:solidFill>
            <a:schemeClr val="tx2">
              <a:lumMod val="75000"/>
              <a:lumOff val="25000"/>
              <a:alpha val="6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FILTERS</a:t>
            </a:r>
          </a:p>
        </p:txBody>
      </p:sp>
      <p:pic>
        <p:nvPicPr>
          <p:cNvPr id="34" name="Picture 33" descr="A white funnel on a black background&#10;&#10;AI-generated content may be incorrect.">
            <a:extLst>
              <a:ext uri="{FF2B5EF4-FFF2-40B4-BE49-F238E27FC236}">
                <a16:creationId xmlns:a16="http://schemas.microsoft.com/office/drawing/2014/main" id="{F8424FE5-3E5F-4A3C-6F2A-BA51F42F7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269" y="160973"/>
            <a:ext cx="457211" cy="457211"/>
          </a:xfrm>
          <a:prstGeom prst="rect">
            <a:avLst/>
          </a:prstGeom>
        </p:spPr>
      </p:pic>
      <p:pic>
        <p:nvPicPr>
          <p:cNvPr id="36" name="Picture 35" descr="A blue house with a black background&#10;&#10;AI-generated content may be incorrect.">
            <a:extLst>
              <a:ext uri="{FF2B5EF4-FFF2-40B4-BE49-F238E27FC236}">
                <a16:creationId xmlns:a16="http://schemas.microsoft.com/office/drawing/2014/main" id="{B98890FA-A9B0-0BC3-6CA1-D0E63A3DE4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49" y="1590673"/>
            <a:ext cx="612124" cy="61912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0" name="Picture 39" descr="A group of people with different shades of blue&#10;&#10;AI-generated content may be incorrect.">
            <a:extLst>
              <a:ext uri="{FF2B5EF4-FFF2-40B4-BE49-F238E27FC236}">
                <a16:creationId xmlns:a16="http://schemas.microsoft.com/office/drawing/2014/main" id="{C7F4CCF7-9E0A-E1BE-CC30-C36BBBE937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39" y="2713388"/>
            <a:ext cx="621792" cy="621792"/>
          </a:xfrm>
          <a:prstGeom prst="rect">
            <a:avLst/>
          </a:prstGeom>
        </p:spPr>
      </p:pic>
      <p:pic>
        <p:nvPicPr>
          <p:cNvPr id="43" name="Picture 42" descr="A box with a light bulb and a gear&#10;&#10;AI-generated content may be incorrect.">
            <a:extLst>
              <a:ext uri="{FF2B5EF4-FFF2-40B4-BE49-F238E27FC236}">
                <a16:creationId xmlns:a16="http://schemas.microsoft.com/office/drawing/2014/main" id="{652FA7FA-28A9-E3BE-DFD4-3D075342E3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15" y="3906394"/>
            <a:ext cx="621792" cy="62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845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E3B5B9B-3DE7-86E6-B950-242190EC5602}"/>
              </a:ext>
            </a:extLst>
          </p:cNvPr>
          <p:cNvSpPr/>
          <p:nvPr/>
        </p:nvSpPr>
        <p:spPr>
          <a:xfrm>
            <a:off x="6819896" y="847722"/>
            <a:ext cx="5124455" cy="3533777"/>
          </a:xfrm>
          <a:prstGeom prst="roundRect">
            <a:avLst>
              <a:gd name="adj" fmla="val 4731"/>
            </a:avLst>
          </a:prstGeom>
          <a:gradFill>
            <a:gsLst>
              <a:gs pos="18000">
                <a:schemeClr val="bg1">
                  <a:lumMod val="95000"/>
                </a:schemeClr>
              </a:gs>
              <a:gs pos="86000">
                <a:schemeClr val="bg1">
                  <a:lumMod val="95000"/>
                </a:schemeClr>
              </a:gs>
              <a:gs pos="50000">
                <a:schemeClr val="tx2">
                  <a:lumMod val="10000"/>
                  <a:lumOff val="90000"/>
                </a:schemeClr>
              </a:gs>
            </a:gsLst>
            <a:lin ang="2700000" scaled="1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0C2D1BC-A4E9-4E4A-47E3-C16018A607C0}"/>
              </a:ext>
            </a:extLst>
          </p:cNvPr>
          <p:cNvSpPr/>
          <p:nvPr/>
        </p:nvSpPr>
        <p:spPr>
          <a:xfrm>
            <a:off x="10129839" y="618184"/>
            <a:ext cx="761999" cy="230490"/>
          </a:xfrm>
          <a:prstGeom prst="triangle">
            <a:avLst>
              <a:gd name="adj" fmla="val 48750"/>
            </a:avLst>
          </a:prstGeom>
          <a:gradFill>
            <a:gsLst>
              <a:gs pos="18000">
                <a:schemeClr val="bg1">
                  <a:lumMod val="95000"/>
                </a:schemeClr>
              </a:gs>
              <a:gs pos="86000">
                <a:schemeClr val="bg1">
                  <a:lumMod val="95000"/>
                </a:schemeClr>
              </a:gs>
              <a:gs pos="50000">
                <a:schemeClr val="tx2">
                  <a:lumMod val="10000"/>
                  <a:lumOff val="90000"/>
                </a:schemeClr>
              </a:gs>
            </a:gsLst>
            <a:lin ang="2700000" scaled="1"/>
          </a:gra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8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7A66D7E-912E-27D8-ECE5-D781D094D85D}"/>
              </a:ext>
            </a:extLst>
          </p:cNvPr>
          <p:cNvGrpSpPr/>
          <p:nvPr/>
        </p:nvGrpSpPr>
        <p:grpSpPr>
          <a:xfrm>
            <a:off x="1558211" y="752473"/>
            <a:ext cx="10386139" cy="2779776"/>
            <a:chOff x="1558212" y="752473"/>
            <a:chExt cx="4301412" cy="143827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C15D61A-DDCD-B0DF-627C-E27E4F2EC922}"/>
                </a:ext>
              </a:extLst>
            </p:cNvPr>
            <p:cNvSpPr/>
            <p:nvPr/>
          </p:nvSpPr>
          <p:spPr>
            <a:xfrm>
              <a:off x="1558212" y="752473"/>
              <a:ext cx="4301412" cy="1333502"/>
            </a:xfrm>
            <a:prstGeom prst="roundRect">
              <a:avLst>
                <a:gd name="adj" fmla="val 5352"/>
              </a:avLst>
            </a:prstGeom>
            <a:solidFill>
              <a:schemeClr val="tx2">
                <a:lumMod val="75000"/>
                <a:lumOff val="25000"/>
                <a:alpha val="6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54192BC-DF2D-443B-497D-9871ED1C2DF2}"/>
                </a:ext>
              </a:extLst>
            </p:cNvPr>
            <p:cNvSpPr/>
            <p:nvPr/>
          </p:nvSpPr>
          <p:spPr>
            <a:xfrm>
              <a:off x="1558212" y="857248"/>
              <a:ext cx="4301412" cy="1333502"/>
            </a:xfrm>
            <a:prstGeom prst="roundRect">
              <a:avLst>
                <a:gd name="adj" fmla="val 5352"/>
              </a:avLst>
            </a:prstGeom>
            <a:gradFill>
              <a:gsLst>
                <a:gs pos="18000">
                  <a:schemeClr val="bg1">
                    <a:lumMod val="95000"/>
                  </a:schemeClr>
                </a:gs>
                <a:gs pos="86000">
                  <a:schemeClr val="bg1">
                    <a:lumMod val="95000"/>
                  </a:schemeClr>
                </a:gs>
                <a:gs pos="50000">
                  <a:schemeClr val="tx2">
                    <a:lumMod val="10000"/>
                    <a:lumOff val="90000"/>
                  </a:schemeClr>
                </a:gs>
              </a:gsLst>
              <a:lin ang="2700000" scaled="1"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4CA1F7-2898-3C42-626D-FFD3E4BDDD45}"/>
              </a:ext>
            </a:extLst>
          </p:cNvPr>
          <p:cNvGrpSpPr/>
          <p:nvPr/>
        </p:nvGrpSpPr>
        <p:grpSpPr>
          <a:xfrm>
            <a:off x="-1" y="76200"/>
            <a:ext cx="1207536" cy="6781800"/>
            <a:chOff x="-1" y="76200"/>
            <a:chExt cx="752476" cy="68580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CF06D4C-6506-A6DA-CCC7-4430A9BD5497}"/>
                </a:ext>
              </a:extLst>
            </p:cNvPr>
            <p:cNvSpPr/>
            <p:nvPr/>
          </p:nvSpPr>
          <p:spPr>
            <a:xfrm>
              <a:off x="-1" y="76200"/>
              <a:ext cx="752476" cy="6858000"/>
            </a:xfrm>
            <a:prstGeom prst="roundRect">
              <a:avLst>
                <a:gd name="adj" fmla="val 6881"/>
              </a:avLst>
            </a:prstGeom>
            <a:solidFill>
              <a:schemeClr val="tx2">
                <a:lumMod val="75000"/>
                <a:lumOff val="25000"/>
                <a:alpha val="6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167290A-A76F-2076-F739-50F00400CB36}"/>
                </a:ext>
              </a:extLst>
            </p:cNvPr>
            <p:cNvSpPr/>
            <p:nvPr/>
          </p:nvSpPr>
          <p:spPr>
            <a:xfrm>
              <a:off x="0" y="161926"/>
              <a:ext cx="647700" cy="6772274"/>
            </a:xfrm>
            <a:prstGeom prst="roundRect">
              <a:avLst>
                <a:gd name="adj" fmla="val 6881"/>
              </a:avLst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068A58-5D00-5ED6-AFAE-C547657928D6}"/>
              </a:ext>
            </a:extLst>
          </p:cNvPr>
          <p:cNvSpPr/>
          <p:nvPr/>
        </p:nvSpPr>
        <p:spPr>
          <a:xfrm>
            <a:off x="1558211" y="64314"/>
            <a:ext cx="7614363" cy="583383"/>
          </a:xfrm>
          <a:prstGeom prst="roundRect">
            <a:avLst>
              <a:gd name="adj" fmla="val 5352"/>
            </a:avLst>
          </a:prstGeom>
          <a:solidFill>
            <a:schemeClr val="tx2">
              <a:lumMod val="75000"/>
              <a:lumOff val="25000"/>
              <a:alpha val="6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DETAILS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E18EAD-7991-C942-8E48-C999908792C8}"/>
              </a:ext>
            </a:extLst>
          </p:cNvPr>
          <p:cNvSpPr/>
          <p:nvPr/>
        </p:nvSpPr>
        <p:spPr>
          <a:xfrm>
            <a:off x="9839325" y="93827"/>
            <a:ext cx="2105026" cy="553871"/>
          </a:xfrm>
          <a:prstGeom prst="roundRect">
            <a:avLst>
              <a:gd name="adj" fmla="val 29117"/>
            </a:avLst>
          </a:prstGeom>
          <a:solidFill>
            <a:schemeClr val="tx2">
              <a:lumMod val="75000"/>
              <a:lumOff val="25000"/>
              <a:alpha val="6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FILTERS</a:t>
            </a:r>
          </a:p>
        </p:txBody>
      </p:sp>
      <p:pic>
        <p:nvPicPr>
          <p:cNvPr id="16" name="Picture 15" descr="A white funnel on a black background&#10;&#10;AI-generated content may be incorrect.">
            <a:extLst>
              <a:ext uri="{FF2B5EF4-FFF2-40B4-BE49-F238E27FC236}">
                <a16:creationId xmlns:a16="http://schemas.microsoft.com/office/drawing/2014/main" id="{BD06FE3D-7BE2-F083-405E-43EB7AA66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269" y="160973"/>
            <a:ext cx="457211" cy="457211"/>
          </a:xfrm>
          <a:prstGeom prst="rect">
            <a:avLst/>
          </a:prstGeom>
        </p:spPr>
      </p:pic>
      <p:pic>
        <p:nvPicPr>
          <p:cNvPr id="17" name="Picture 16" descr="A blue house with a black background&#10;&#10;AI-generated content may be incorrect.">
            <a:extLst>
              <a:ext uri="{FF2B5EF4-FFF2-40B4-BE49-F238E27FC236}">
                <a16:creationId xmlns:a16="http://schemas.microsoft.com/office/drawing/2014/main" id="{2E88330A-25F3-1693-06A3-B4C3C423B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49" y="1590673"/>
            <a:ext cx="612124" cy="61912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Picture 17" descr="A group of people with different shades of blue&#10;&#10;AI-generated content may be incorrect.">
            <a:extLst>
              <a:ext uri="{FF2B5EF4-FFF2-40B4-BE49-F238E27FC236}">
                <a16:creationId xmlns:a16="http://schemas.microsoft.com/office/drawing/2014/main" id="{9E4ED9CC-DC77-5550-2CCB-B2CB31966B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39" y="2713388"/>
            <a:ext cx="621792" cy="621792"/>
          </a:xfrm>
          <a:prstGeom prst="rect">
            <a:avLst/>
          </a:prstGeom>
        </p:spPr>
      </p:pic>
      <p:pic>
        <p:nvPicPr>
          <p:cNvPr id="19" name="Picture 18" descr="A box with a light bulb and a gear&#10;&#10;AI-generated content may be incorrect.">
            <a:extLst>
              <a:ext uri="{FF2B5EF4-FFF2-40B4-BE49-F238E27FC236}">
                <a16:creationId xmlns:a16="http://schemas.microsoft.com/office/drawing/2014/main" id="{CF1C60D8-E0D0-FA0B-8845-4A1A0BCF1D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15" y="3906394"/>
            <a:ext cx="621792" cy="62179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3C98DAC-795F-F466-6285-BCD0F6BE88E9}"/>
              </a:ext>
            </a:extLst>
          </p:cNvPr>
          <p:cNvGrpSpPr/>
          <p:nvPr/>
        </p:nvGrpSpPr>
        <p:grpSpPr>
          <a:xfrm>
            <a:off x="1558211" y="3648072"/>
            <a:ext cx="10386139" cy="3145613"/>
            <a:chOff x="1558212" y="752473"/>
            <a:chExt cx="4301412" cy="143827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F466A64-0FAE-B3FC-7884-5D0E0BD6E073}"/>
                </a:ext>
              </a:extLst>
            </p:cNvPr>
            <p:cNvSpPr/>
            <p:nvPr/>
          </p:nvSpPr>
          <p:spPr>
            <a:xfrm>
              <a:off x="1558212" y="752473"/>
              <a:ext cx="4301412" cy="1333502"/>
            </a:xfrm>
            <a:prstGeom prst="roundRect">
              <a:avLst>
                <a:gd name="adj" fmla="val 5352"/>
              </a:avLst>
            </a:prstGeom>
            <a:solidFill>
              <a:schemeClr val="tx2">
                <a:lumMod val="75000"/>
                <a:lumOff val="25000"/>
                <a:alpha val="6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D68D293-3F12-551D-BD95-9FEE8073AC1A}"/>
                </a:ext>
              </a:extLst>
            </p:cNvPr>
            <p:cNvSpPr/>
            <p:nvPr/>
          </p:nvSpPr>
          <p:spPr>
            <a:xfrm>
              <a:off x="1558212" y="857248"/>
              <a:ext cx="4301412" cy="1333502"/>
            </a:xfrm>
            <a:prstGeom prst="roundRect">
              <a:avLst>
                <a:gd name="adj" fmla="val 5352"/>
              </a:avLst>
            </a:prstGeom>
            <a:gradFill>
              <a:gsLst>
                <a:gs pos="18000">
                  <a:schemeClr val="bg1">
                    <a:lumMod val="95000"/>
                  </a:schemeClr>
                </a:gs>
                <a:gs pos="86000">
                  <a:schemeClr val="bg1">
                    <a:lumMod val="95000"/>
                  </a:schemeClr>
                </a:gs>
                <a:gs pos="50000">
                  <a:schemeClr val="tx2">
                    <a:lumMod val="10000"/>
                    <a:lumOff val="90000"/>
                  </a:schemeClr>
                </a:gs>
              </a:gsLst>
              <a:lin ang="2700000" scaled="1"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58201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7A66D7E-912E-27D8-ECE5-D781D094D85D}"/>
              </a:ext>
            </a:extLst>
          </p:cNvPr>
          <p:cNvGrpSpPr/>
          <p:nvPr/>
        </p:nvGrpSpPr>
        <p:grpSpPr>
          <a:xfrm>
            <a:off x="1558211" y="752473"/>
            <a:ext cx="10386139" cy="2779776"/>
            <a:chOff x="1558212" y="752473"/>
            <a:chExt cx="4301412" cy="143827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C15D61A-DDCD-B0DF-627C-E27E4F2EC922}"/>
                </a:ext>
              </a:extLst>
            </p:cNvPr>
            <p:cNvSpPr/>
            <p:nvPr/>
          </p:nvSpPr>
          <p:spPr>
            <a:xfrm>
              <a:off x="1558212" y="752473"/>
              <a:ext cx="4301412" cy="1333502"/>
            </a:xfrm>
            <a:prstGeom prst="roundRect">
              <a:avLst>
                <a:gd name="adj" fmla="val 5352"/>
              </a:avLst>
            </a:prstGeom>
            <a:solidFill>
              <a:schemeClr val="tx2">
                <a:lumMod val="75000"/>
                <a:lumOff val="25000"/>
                <a:alpha val="6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54192BC-DF2D-443B-497D-9871ED1C2DF2}"/>
                </a:ext>
              </a:extLst>
            </p:cNvPr>
            <p:cNvSpPr/>
            <p:nvPr/>
          </p:nvSpPr>
          <p:spPr>
            <a:xfrm>
              <a:off x="1558212" y="857248"/>
              <a:ext cx="4301412" cy="1333502"/>
            </a:xfrm>
            <a:prstGeom prst="roundRect">
              <a:avLst>
                <a:gd name="adj" fmla="val 5352"/>
              </a:avLst>
            </a:prstGeom>
            <a:gradFill>
              <a:gsLst>
                <a:gs pos="18000">
                  <a:schemeClr val="bg1">
                    <a:lumMod val="95000"/>
                  </a:schemeClr>
                </a:gs>
                <a:gs pos="86000">
                  <a:schemeClr val="bg1">
                    <a:lumMod val="95000"/>
                  </a:schemeClr>
                </a:gs>
                <a:gs pos="50000">
                  <a:schemeClr val="tx2">
                    <a:lumMod val="10000"/>
                    <a:lumOff val="90000"/>
                  </a:schemeClr>
                </a:gs>
              </a:gsLst>
              <a:lin ang="2700000" scaled="1"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4CA1F7-2898-3C42-626D-FFD3E4BDDD45}"/>
              </a:ext>
            </a:extLst>
          </p:cNvPr>
          <p:cNvGrpSpPr/>
          <p:nvPr/>
        </p:nvGrpSpPr>
        <p:grpSpPr>
          <a:xfrm>
            <a:off x="-1" y="76200"/>
            <a:ext cx="1207536" cy="6781800"/>
            <a:chOff x="-1" y="76200"/>
            <a:chExt cx="752476" cy="68580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CF06D4C-6506-A6DA-CCC7-4430A9BD5497}"/>
                </a:ext>
              </a:extLst>
            </p:cNvPr>
            <p:cNvSpPr/>
            <p:nvPr/>
          </p:nvSpPr>
          <p:spPr>
            <a:xfrm>
              <a:off x="-1" y="76200"/>
              <a:ext cx="752476" cy="6858000"/>
            </a:xfrm>
            <a:prstGeom prst="roundRect">
              <a:avLst>
                <a:gd name="adj" fmla="val 6881"/>
              </a:avLst>
            </a:prstGeom>
            <a:solidFill>
              <a:schemeClr val="tx2">
                <a:lumMod val="75000"/>
                <a:lumOff val="25000"/>
                <a:alpha val="6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167290A-A76F-2076-F739-50F00400CB36}"/>
                </a:ext>
              </a:extLst>
            </p:cNvPr>
            <p:cNvSpPr/>
            <p:nvPr/>
          </p:nvSpPr>
          <p:spPr>
            <a:xfrm>
              <a:off x="0" y="161926"/>
              <a:ext cx="647700" cy="6772274"/>
            </a:xfrm>
            <a:prstGeom prst="roundRect">
              <a:avLst>
                <a:gd name="adj" fmla="val 6881"/>
              </a:avLst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068A58-5D00-5ED6-AFAE-C547657928D6}"/>
              </a:ext>
            </a:extLst>
          </p:cNvPr>
          <p:cNvSpPr/>
          <p:nvPr/>
        </p:nvSpPr>
        <p:spPr>
          <a:xfrm>
            <a:off x="1558211" y="64314"/>
            <a:ext cx="7614363" cy="583383"/>
          </a:xfrm>
          <a:prstGeom prst="roundRect">
            <a:avLst>
              <a:gd name="adj" fmla="val 5352"/>
            </a:avLst>
          </a:prstGeom>
          <a:solidFill>
            <a:schemeClr val="tx2">
              <a:lumMod val="75000"/>
              <a:lumOff val="25000"/>
              <a:alpha val="6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PRODUCTS DETAILS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E18EAD-7991-C942-8E48-C999908792C8}"/>
              </a:ext>
            </a:extLst>
          </p:cNvPr>
          <p:cNvSpPr/>
          <p:nvPr/>
        </p:nvSpPr>
        <p:spPr>
          <a:xfrm>
            <a:off x="9839325" y="93827"/>
            <a:ext cx="2105026" cy="553871"/>
          </a:xfrm>
          <a:prstGeom prst="roundRect">
            <a:avLst>
              <a:gd name="adj" fmla="val 29117"/>
            </a:avLst>
          </a:prstGeom>
          <a:solidFill>
            <a:schemeClr val="tx2">
              <a:lumMod val="75000"/>
              <a:lumOff val="25000"/>
              <a:alpha val="6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FILTERS</a:t>
            </a:r>
          </a:p>
        </p:txBody>
      </p:sp>
      <p:pic>
        <p:nvPicPr>
          <p:cNvPr id="16" name="Picture 15" descr="A white funnel on a black background&#10;&#10;AI-generated content may be incorrect.">
            <a:extLst>
              <a:ext uri="{FF2B5EF4-FFF2-40B4-BE49-F238E27FC236}">
                <a16:creationId xmlns:a16="http://schemas.microsoft.com/office/drawing/2014/main" id="{BD06FE3D-7BE2-F083-405E-43EB7AA66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269" y="160973"/>
            <a:ext cx="457211" cy="457211"/>
          </a:xfrm>
          <a:prstGeom prst="rect">
            <a:avLst/>
          </a:prstGeom>
        </p:spPr>
      </p:pic>
      <p:pic>
        <p:nvPicPr>
          <p:cNvPr id="17" name="Picture 16" descr="A blue house with a black background&#10;&#10;AI-generated content may be incorrect.">
            <a:extLst>
              <a:ext uri="{FF2B5EF4-FFF2-40B4-BE49-F238E27FC236}">
                <a16:creationId xmlns:a16="http://schemas.microsoft.com/office/drawing/2014/main" id="{2E88330A-25F3-1693-06A3-B4C3C423B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49" y="1590673"/>
            <a:ext cx="612124" cy="61912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Picture 17" descr="A group of people with different shades of blue&#10;&#10;AI-generated content may be incorrect.">
            <a:extLst>
              <a:ext uri="{FF2B5EF4-FFF2-40B4-BE49-F238E27FC236}">
                <a16:creationId xmlns:a16="http://schemas.microsoft.com/office/drawing/2014/main" id="{9E4ED9CC-DC77-5550-2CCB-B2CB31966B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39" y="2713388"/>
            <a:ext cx="621792" cy="621792"/>
          </a:xfrm>
          <a:prstGeom prst="rect">
            <a:avLst/>
          </a:prstGeom>
        </p:spPr>
      </p:pic>
      <p:pic>
        <p:nvPicPr>
          <p:cNvPr id="19" name="Picture 18" descr="A box with a light bulb and a gear&#10;&#10;AI-generated content may be incorrect.">
            <a:extLst>
              <a:ext uri="{FF2B5EF4-FFF2-40B4-BE49-F238E27FC236}">
                <a16:creationId xmlns:a16="http://schemas.microsoft.com/office/drawing/2014/main" id="{CF1C60D8-E0D0-FA0B-8845-4A1A0BCF1D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15" y="3906394"/>
            <a:ext cx="621792" cy="62179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3C98DAC-795F-F466-6285-BCD0F6BE88E9}"/>
              </a:ext>
            </a:extLst>
          </p:cNvPr>
          <p:cNvGrpSpPr/>
          <p:nvPr/>
        </p:nvGrpSpPr>
        <p:grpSpPr>
          <a:xfrm>
            <a:off x="1558211" y="3648072"/>
            <a:ext cx="10386139" cy="3145613"/>
            <a:chOff x="1558212" y="752473"/>
            <a:chExt cx="4301412" cy="143827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F466A64-0FAE-B3FC-7884-5D0E0BD6E073}"/>
                </a:ext>
              </a:extLst>
            </p:cNvPr>
            <p:cNvSpPr/>
            <p:nvPr/>
          </p:nvSpPr>
          <p:spPr>
            <a:xfrm>
              <a:off x="1558212" y="752473"/>
              <a:ext cx="4301412" cy="1333502"/>
            </a:xfrm>
            <a:prstGeom prst="roundRect">
              <a:avLst>
                <a:gd name="adj" fmla="val 5352"/>
              </a:avLst>
            </a:prstGeom>
            <a:solidFill>
              <a:schemeClr val="tx2">
                <a:lumMod val="75000"/>
                <a:lumOff val="25000"/>
                <a:alpha val="6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D68D293-3F12-551D-BD95-9FEE8073AC1A}"/>
                </a:ext>
              </a:extLst>
            </p:cNvPr>
            <p:cNvSpPr/>
            <p:nvPr/>
          </p:nvSpPr>
          <p:spPr>
            <a:xfrm>
              <a:off x="1558212" y="857248"/>
              <a:ext cx="4301412" cy="1333502"/>
            </a:xfrm>
            <a:prstGeom prst="roundRect">
              <a:avLst>
                <a:gd name="adj" fmla="val 5352"/>
              </a:avLst>
            </a:prstGeom>
            <a:gradFill>
              <a:gsLst>
                <a:gs pos="18000">
                  <a:schemeClr val="bg1">
                    <a:lumMod val="95000"/>
                  </a:schemeClr>
                </a:gs>
                <a:gs pos="86000">
                  <a:schemeClr val="bg1">
                    <a:lumMod val="95000"/>
                  </a:schemeClr>
                </a:gs>
                <a:gs pos="50000">
                  <a:schemeClr val="tx2">
                    <a:lumMod val="10000"/>
                    <a:lumOff val="90000"/>
                  </a:schemeClr>
                </a:gs>
              </a:gsLst>
              <a:lin ang="2700000" scaled="1"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46127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2792</TotalTime>
  <Words>9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 sabry</dc:creator>
  <cp:lastModifiedBy>mahmoud sabry</cp:lastModifiedBy>
  <cp:revision>8</cp:revision>
  <dcterms:created xsi:type="dcterms:W3CDTF">2026-05-12T17:43:53Z</dcterms:created>
  <dcterms:modified xsi:type="dcterms:W3CDTF">2026-05-14T16:16:42Z</dcterms:modified>
</cp:coreProperties>
</file>